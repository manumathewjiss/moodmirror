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1" r:id="rId3"/>
    <p:sldId id="340" r:id="rId4"/>
    <p:sldId id="338" r:id="rId5"/>
    <p:sldId id="339" r:id="rId6"/>
    <p:sldId id="32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" initials="Z" lastIdx="4" clrIdx="0">
    <p:extLst>
      <p:ext uri="{19B8F6BF-5375-455C-9EA6-DF929625EA0E}">
        <p15:presenceInfo xmlns:p15="http://schemas.microsoft.com/office/powerpoint/2012/main" userId="S::z803@bkj.me::040a4162-a38f-4ff6-bd88-413457205f8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2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084D4-D367-46E0-8DA4-BD5707398A18}" type="datetimeFigureOut">
              <a:rPr lang="en-US" smtClean="0"/>
              <a:t>3/21/25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BD70D-D603-44D0-8BF2-B545C073A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1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8506-A5C7-404A-8A34-663F25EC3FF6}" type="datetime1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69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5B3A-F808-4FB8-8B31-ED79025438AE}" type="datetime1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83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61BB-46DB-4917-9C8E-36D7E6264DDE}" type="datetime1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98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AA7A1-D76E-41C3-9C03-A7FBC4AD0651}" type="datetime1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7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F16-2C0B-44B2-A18B-87FED3657DCD}" type="datetime1">
              <a:rPr lang="en-US" smtClean="0"/>
              <a:t>3/21/25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80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D7FF9-9658-4957-8050-EC948FD4ED52}" type="datetime1">
              <a:rPr lang="en-US" smtClean="0"/>
              <a:t>3/21/25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3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B5EA5-B14C-42A9-B2A6-76F0C4EE9FEC}" type="datetime1">
              <a:rPr lang="en-US" smtClean="0"/>
              <a:t>3/21/25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68036DC-DBC6-49D4-A53A-5F1CDF25FE2F}" type="datetime1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71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79CA9-F225-4F68-9950-6E205F941B16}" type="datetime1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83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FB830-2DA2-47DC-BEEC-A42E525320C0}" type="datetime1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95C1D-5935-4BE2-A17B-E564639A6FA5}" type="datetime1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2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A6B18CE-873E-49A4-9AA9-F805EBBA6EE8}" type="datetime1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A00A684-A6C4-49F3-8CA7-C3201D04279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34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u.cs.biu.ac.il/~koppel/BlogCorpus.htm" TargetMode="External"/><Relationship Id="rId2" Type="http://schemas.openxmlformats.org/officeDocument/2006/relationships/hyperlink" Target="https://www.cs.cmu.edu/~./enr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seweb.ucsd.edu/~jmcauley/datasets.html" TargetMode="External"/><Relationship Id="rId4" Type="http://schemas.openxmlformats.org/officeDocument/2006/relationships/hyperlink" Target="http://www.dt.fee.unicamp.br/~tiago/smsspamcollection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4281" y="637162"/>
            <a:ext cx="11537004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Processing(NLP)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3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090"/>
            <a:ext cx="12192000" cy="687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" y="899061"/>
            <a:ext cx="12191999" cy="4023360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The objective of the project is to implement the skills learned during the course to the real-world problem. </a:t>
            </a:r>
            <a:r>
              <a:rPr lang="en-US" b="0" i="0" dirty="0">
                <a:solidFill>
                  <a:srgbClr val="273239"/>
                </a:solidFill>
                <a:effectLst/>
              </a:rPr>
              <a:t>Through </a:t>
            </a:r>
            <a:r>
              <a:rPr lang="en-US" b="1" i="0" dirty="0">
                <a:solidFill>
                  <a:srgbClr val="273239"/>
                </a:solidFill>
                <a:effectLst/>
              </a:rPr>
              <a:t>creating NLP projects,</a:t>
            </a:r>
            <a:r>
              <a:rPr lang="en-US" b="0" i="0" dirty="0">
                <a:solidFill>
                  <a:srgbClr val="273239"/>
                </a:solidFill>
                <a:effectLst/>
              </a:rPr>
              <a:t> one can contribute to advancing the field, exploring new approaches, and creating impactful solutions that benefit industries and society.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</a:rPr>
              <a:t>Practical Application</a:t>
            </a:r>
            <a:r>
              <a:rPr lang="en-US" b="0" i="0" dirty="0">
                <a:solidFill>
                  <a:srgbClr val="273239"/>
                </a:solidFill>
                <a:effectLst/>
              </a:rPr>
              <a:t>: NLP projects enable the practical application of theoretical knowledge to real-world scenarios.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</a:rPr>
              <a:t>Skill Development</a:t>
            </a:r>
            <a:r>
              <a:rPr lang="en-US" b="0" i="0" dirty="0">
                <a:solidFill>
                  <a:srgbClr val="273239"/>
                </a:solidFill>
                <a:effectLst/>
              </a:rPr>
              <a:t>: Building NLP projects offer an opportunity to develop skills in machine learning, natural language understanding, text processing,</a:t>
            </a:r>
            <a:r>
              <a:rPr lang="en-US" u="sng" dirty="0">
                <a:solidFill>
                  <a:srgbClr val="273239"/>
                </a:solidFill>
              </a:rPr>
              <a:t> </a:t>
            </a:r>
            <a:r>
              <a:rPr lang="en-US" dirty="0">
                <a:solidFill>
                  <a:srgbClr val="273239"/>
                </a:solidFill>
              </a:rPr>
              <a:t>sentiment analysis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rgbClr val="273239"/>
                </a:solidFill>
              </a:rPr>
              <a:t> </a:t>
            </a:r>
            <a:r>
              <a:rPr lang="en-US" b="0" i="0" dirty="0">
                <a:solidFill>
                  <a:srgbClr val="273239"/>
                </a:solidFill>
                <a:effectLst/>
              </a:rPr>
              <a:t>and more.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</a:rPr>
              <a:t>Hands-on Experience</a:t>
            </a:r>
            <a:r>
              <a:rPr lang="en-US" b="0" i="0" dirty="0">
                <a:solidFill>
                  <a:srgbClr val="273239"/>
                </a:solidFill>
                <a:effectLst/>
              </a:rPr>
              <a:t>: Creating NLP projects provide valuable hands-on experience with real data and the opportunity to tackle practical challenges.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</a:rPr>
              <a:t>Portfolio Enhancement</a:t>
            </a:r>
            <a:r>
              <a:rPr lang="en-US" b="0" i="0" dirty="0">
                <a:solidFill>
                  <a:srgbClr val="273239"/>
                </a:solidFill>
                <a:effectLst/>
              </a:rPr>
              <a:t>: Building NLP projects allows you to showcase your capabilities and expertise in NLP, enhancing your portfolio.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0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DF6B-1802-1F0A-FAC6-F753EB4E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A029-ECDF-BF0E-25DA-682987F7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090"/>
            <a:ext cx="12192000" cy="87055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8E6BA-B61D-3F36-BF72-4831B1E2D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81941"/>
            <a:ext cx="12191999" cy="402336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1- Select Team member and create group on canvas (no more than 3 persons in group preferably 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 Select problem/topic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Select a method for analyzing a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Create a short presentation which describes: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that you are targeting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method you are using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about how to improve the results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Deliverable =submit a zip file including your presentation, dataset, report, and code on Canvas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 On last day of class each team needs to present the project 15 minutes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0E618-72C7-0A13-4685-C89EF654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7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090"/>
            <a:ext cx="12192000" cy="96844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845734"/>
            <a:ext cx="12191999" cy="402336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Information Extraction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Hate Speech Classification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your chatbot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of Customer Reviews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74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14B1-B6D2-DEC1-2DBA-6C6BF091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C39B-181A-A718-31B7-A3CCCC55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13111" cy="83909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4736-D289-C78E-35FB-E86CC22CD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5" y="1417320"/>
            <a:ext cx="12113110" cy="4023360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Enron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Over half a million anonymized emails from over 100 users. It’s one of the few publically available collections of “real” emails available for study and training sets.</a:t>
            </a: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Google Blogger Corpus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Nearly 700,000 blog posts from blogger.com. The meat of the blogs contain commonly occurring English words, at least 200 of them in each entry.</a:t>
            </a: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SMS Spam Collection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Excellent dataset focused on spam. Nearly 6000 messages tagged as legitimate or spam messages with a useful subset extracted directly 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Grumbletext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Recommender Systems Datasets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Datasets from a variety of sources, including fitness tracking, video games, song data, and social media. Labels include star ratings, time stamps, social networks, and images.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29B33-9359-7A9D-190D-2C173768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57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3946-4E0B-4958-9129-731552AC2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883" y="317055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0A684-A6C4-49F3-8CA7-C3201D0427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138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28167</TotalTime>
  <Words>403</Words>
  <Application>Microsoft Macintosh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Times New Roman</vt:lpstr>
      <vt:lpstr>Retrospect</vt:lpstr>
      <vt:lpstr>PowerPoint Presentation</vt:lpstr>
      <vt:lpstr>Final Project</vt:lpstr>
      <vt:lpstr>Final Project</vt:lpstr>
      <vt:lpstr>Suggested Topics</vt:lpstr>
      <vt:lpstr>Suggested dataset</vt:lpstr>
      <vt:lpstr>Any Question?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Seyedeh Fatemeh Khatami Firoozabadi</dc:creator>
  <cp:lastModifiedBy>Pramod Gupta</cp:lastModifiedBy>
  <cp:revision>248</cp:revision>
  <dcterms:created xsi:type="dcterms:W3CDTF">2022-01-18T15:15:08Z</dcterms:created>
  <dcterms:modified xsi:type="dcterms:W3CDTF">2025-03-21T17:52:51Z</dcterms:modified>
</cp:coreProperties>
</file>